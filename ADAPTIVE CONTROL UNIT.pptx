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1d1037a7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1d1037a7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1d1037a7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1d1037a7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d1037a7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d1037a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d1037a7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d1037a7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d1037a7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1d1037a7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23eb21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223eb21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223eb21c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223eb21c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d1037a7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1d1037a7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1d1037a7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1d1037a7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1d1037a7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1d1037a7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-7219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ADAPTIVE CONTROL UNIT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53800" y="1921875"/>
            <a:ext cx="8520600" cy="792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Presented by - 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Sayooj S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MD Sameer Ahmed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266500" y="3157675"/>
            <a:ext cx="5185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KL UNIVERSITY, AZIZNAGAR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573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-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RTL design implementing runtime-adaptive hardware control unit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-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Dynamically switches between low-power &amp; high-performance modes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-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Demonstrates power-efficiency vs speed trade-off optimization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OBJECTIVE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573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Design a reconfigurable control unit with dual execution paths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Achieve power optimization when speed is not critical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Achieve performance optimization when faster execution needed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Support dynamic switching between modes at runtime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INTRODUCTION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573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Traditional hardware: fixed power/performance tradeoff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Need for adaptive systems in modern processors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Control unit: decodes instructions &amp; generates control signals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Two modes: Low-Power vs High-Performance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Mode selection via external input signal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0451A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ARCHITECTURE AND HIERARCHY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573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Top Module: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I/O synchronization wrapper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Adaptive Module: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Mode selector between control units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Low-Power: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Power-efficient decoder (pipelined, registered)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High-Perf: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High-speed decoder (parallel, combinational)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WORKING PRINCIPLE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13475" y="1313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clk, rst_n, opcode, valid, mode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Mode=0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Uses Low-Power control unit (slower, less power)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Mode=1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Uses High-Perf control unit (faster, more power)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Supports 5 opcodes: NOP, ADD, SUB, AND, OR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POWER REPORT</a:t>
            </a:r>
            <a:endParaRPr sz="3600">
              <a:highlight>
                <a:schemeClr val="lt1"/>
              </a:highlight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76" y="1650676"/>
            <a:ext cx="8520599" cy="178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TIMING REPORT</a:t>
            </a:r>
            <a:endParaRPr sz="3600">
              <a:highlight>
                <a:schemeClr val="lt1"/>
              </a:highlight>
            </a:endParaRPr>
          </a:p>
        </p:txBody>
      </p:sp>
      <p:pic>
        <p:nvPicPr>
          <p:cNvPr id="98" name="Google Shape;98;p20"/>
          <p:cNvPicPr preferRelativeResize="0"/>
          <p:nvPr/>
        </p:nvPicPr>
        <p:blipFill rotWithShape="1">
          <a:blip r:embed="rId3">
            <a:alphaModFix/>
          </a:blip>
          <a:srcRect b="33402" l="8834" r="0" t="11252"/>
          <a:stretch/>
        </p:blipFill>
        <p:spPr>
          <a:xfrm>
            <a:off x="84225" y="1298150"/>
            <a:ext cx="8994424" cy="213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ADVANTAGES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213475" y="1313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Flexibility: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Dynamic runtime mode switching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Power Saving: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 low-power mode for simple tasks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Performance: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 high-perf mode for critical operations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Scalability: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Architecture easily extensible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Verification: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UVM-style testbench with comprehensive coverage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DISADVANTAGES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213475" y="1313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Area Overhead: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Duplicate control path logic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Complexity: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Mode switching introduces timing considerations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Latency: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Low-power mode adds pipeline register delay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b="1"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Design Effort: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Need to maintain two control units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CONCLUSION</a:t>
            </a:r>
            <a:endParaRPr sz="3600">
              <a:highlight>
                <a:schemeClr val="lt1"/>
              </a:highlight>
            </a:endParaRPr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213475" y="1313850"/>
            <a:ext cx="876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Successfully implemented adaptive control unit in SystemVerilog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Demonstrated power-performance tradeoff via dual-mode design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Verified functionality through comprehensive testbench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451A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Future work: Add more control modes, integrate with processor pipeline</a:t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