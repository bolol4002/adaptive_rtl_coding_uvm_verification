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e1d1037a72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e1d1037a72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1d1037a72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1d1037a7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e1d1037a72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e1d1037a72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e1d1037a7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e1d1037a7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e1d1037a72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e1d1037a72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e1d1037a72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e1d1037a72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1d1037a72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1d1037a72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1d1037a72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1d1037a72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-7219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ADAPTIVE CONTROL UNIT</a:t>
            </a:r>
            <a:endParaRPr sz="36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53800" y="1921875"/>
            <a:ext cx="8520600" cy="792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Presented by - </a:t>
            </a:r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Sayooj S</a:t>
            </a:r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MD Sameer Ahmed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266500" y="3157675"/>
            <a:ext cx="5185500" cy="54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KL UNIVERSITY, AZIZNAGAR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57350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ourier New"/>
              <a:buChar char="-"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RTL design implementing runtime-adaptive hardware control unit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5560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ourier New"/>
              <a:buChar char="-"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Dynamically switches between low-power &amp; high-performance modes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5560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ourier New"/>
              <a:buChar char="-"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Demonstrates power-efficiency vs speed trade-off optimization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OBJECTIVE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57350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Design a reconfigurable control unit with dual execution paths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Achieve power optimization when speed is not critical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Achieve performance optimization when faster execution needed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Support dynamic switching between modes at runtime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Verify functionality through UVM-style testbench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INTRODUCTION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57350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Traditional hardware: fixed power/performance tradeoff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Need for adaptive systems in modern processors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Control unit: decodes instructions &amp; generates control signals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Two modes: Low-Power vs High-Performance 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Mode selection via external input signal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solidFill>
                <a:srgbClr val="0451A5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ARCHITECTURE AND HIERARCHY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57350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Top Module: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I/O synchronization wrapper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Adaptive Module: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Mode selector between control units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Low-Power: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Power-efficient decoder (pipelined, registered)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High-Perf: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High-speed decoder (parallel, combinational)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WORKING PRINCIPLE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86" name="Google Shape;86;p18"/>
          <p:cNvSpPr txBox="1"/>
          <p:nvPr>
            <p:ph idx="1" type="body"/>
          </p:nvPr>
        </p:nvSpPr>
        <p:spPr>
          <a:xfrm>
            <a:off x="213475" y="13138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Input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 clk, rst_n, opcode, valid, mode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Output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 reg_write, mem_read, mem_write, alu_src, alu_op, branch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Mode=0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 Uses Low-Power control unit (slower, less power)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Mode=1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 Uses High-Perf control unit (faster, more power)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Supports 5 opcodes: NOP, ADD, SUB, AND, OR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ADVANTAGES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92" name="Google Shape;92;p19"/>
          <p:cNvSpPr txBox="1"/>
          <p:nvPr>
            <p:ph idx="1" type="body"/>
          </p:nvPr>
        </p:nvSpPr>
        <p:spPr>
          <a:xfrm>
            <a:off x="213475" y="13138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Flexibility: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Dynamic runtime mode switching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Power Saving: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Use low-power mode for simple tasks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Performance: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Use high-perf mode for critical operations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Scalability: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Architecture easily extensible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Verification: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UVM-style testbench with comprehensive coverage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DISADVANTAGES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98" name="Google Shape;98;p20"/>
          <p:cNvSpPr txBox="1"/>
          <p:nvPr>
            <p:ph idx="1" type="body"/>
          </p:nvPr>
        </p:nvSpPr>
        <p:spPr>
          <a:xfrm>
            <a:off x="213475" y="13138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Area Overhead: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Duplicate control path logic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Complexity: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Mode switching introduces timing considerations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Latency: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Low-power mode adds pipeline register delay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Design Effort: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Need to maintain two control units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CONCLUSION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104" name="Google Shape;104;p21"/>
          <p:cNvSpPr txBox="1"/>
          <p:nvPr>
            <p:ph idx="1" type="body"/>
          </p:nvPr>
        </p:nvSpPr>
        <p:spPr>
          <a:xfrm>
            <a:off x="213475" y="1313850"/>
            <a:ext cx="8768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9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Successfully implemented adaptive control unit in SystemVerilog</a:t>
            </a: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9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Demonstrated power-performance tradeoff via dual-mode design</a:t>
            </a: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9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Verified functionality through comprehensive testbench</a:t>
            </a: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9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Future work: Add more control modes, integrate with processor pipeline</a:t>
            </a: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